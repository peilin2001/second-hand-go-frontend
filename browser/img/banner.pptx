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00" d="100"/>
          <a:sy n="300" d="100"/>
        </p:scale>
        <p:origin x="144" y="-2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530264"/>
            <a:ext cx="5669756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701796"/>
            <a:ext cx="5669756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14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57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807773"/>
            <a:ext cx="6520220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2168309"/>
            <a:ext cx="6520220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40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862523"/>
            <a:ext cx="3212862" cy="20558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862523"/>
            <a:ext cx="3212862" cy="20558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68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72505"/>
            <a:ext cx="6520220" cy="6262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794272"/>
            <a:ext cx="3198097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183532"/>
            <a:ext cx="3198097" cy="17407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794272"/>
            <a:ext cx="3213847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183532"/>
            <a:ext cx="3213847" cy="17407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61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43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729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6006"/>
            <a:ext cx="243819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466513"/>
            <a:ext cx="3827085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972026"/>
            <a:ext cx="243819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82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6006"/>
            <a:ext cx="243819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466513"/>
            <a:ext cx="3827085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972026"/>
            <a:ext cx="243819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14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040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172505"/>
            <a:ext cx="1630055" cy="27458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72505"/>
            <a:ext cx="4795669" cy="27458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88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72505"/>
            <a:ext cx="6520220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862523"/>
            <a:ext cx="6520220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3003082"/>
            <a:ext cx="1700927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7666D-9C1C-4196-952D-2D2F71CBF9D0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3003082"/>
            <a:ext cx="2551390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3003082"/>
            <a:ext cx="1700927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9BC2F-0077-4E02-B778-70A7B3002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63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37C77F1-CA60-49FB-8EB6-837992663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" y="113"/>
            <a:ext cx="7559675" cy="323986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8A7113F-AC16-45EA-9D2B-55E17D2215BE}"/>
              </a:ext>
            </a:extLst>
          </p:cNvPr>
          <p:cNvSpPr/>
          <p:nvPr/>
        </p:nvSpPr>
        <p:spPr>
          <a:xfrm>
            <a:off x="0" y="0"/>
            <a:ext cx="1158240" cy="3240088"/>
          </a:xfrm>
          <a:prstGeom prst="rect">
            <a:avLst/>
          </a:prstGeom>
          <a:gradFill>
            <a:gsLst>
              <a:gs pos="17000">
                <a:srgbClr val="32421D"/>
              </a:gs>
              <a:gs pos="100000">
                <a:srgbClr val="32421D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977E83-6C1B-4077-B13E-7DDCCFAFD527}"/>
              </a:ext>
            </a:extLst>
          </p:cNvPr>
          <p:cNvSpPr txBox="1"/>
          <p:nvPr/>
        </p:nvSpPr>
        <p:spPr>
          <a:xfrm>
            <a:off x="167640" y="2178843"/>
            <a:ext cx="3169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2000" dirty="0">
                <a:solidFill>
                  <a:schemeClr val="bg1"/>
                </a:solidFill>
                <a:latin typeface="Noto Sans TC ExtraBold" panose="020B0200000000000000" pitchFamily="34" charset="-120"/>
                <a:ea typeface="Noto Sans TC ExtraBold" panose="020B0200000000000000" pitchFamily="34" charset="-120"/>
              </a:rPr>
              <a:t>最懂大學生的二手平台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67D681E-D2B5-413D-9896-CA51CF8F2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735473"/>
            <a:ext cx="1369483" cy="34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0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6</Words>
  <Application>Microsoft Office PowerPoint</Application>
  <PresentationFormat>自訂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Noto Sans TC ExtraBold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佩霖 李</dc:creator>
  <cp:lastModifiedBy>佩霖 李</cp:lastModifiedBy>
  <cp:revision>2</cp:revision>
  <dcterms:created xsi:type="dcterms:W3CDTF">2026-05-24T04:23:58Z</dcterms:created>
  <dcterms:modified xsi:type="dcterms:W3CDTF">2026-05-24T05:45:33Z</dcterms:modified>
</cp:coreProperties>
</file>